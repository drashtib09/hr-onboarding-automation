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8"/>
                </a:solidFill>
              </a:defRPr>
            </a:pPr>
            <a:r>
              <a:t>Re-Engineering Enterprise Onboarding</a:t>
            </a:r>
          </a:p>
          <a:p>
            <a:pPr>
              <a:defRPr sz="1400">
                <a:solidFill>
                  <a:srgbClr val="2B6CB0"/>
                </a:solidFill>
              </a:defRPr>
            </a:pPr>
            <a:r>
              <a:t>Optimizing Operational Workflows to Reduce Time-to-Productivity by 33%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Presented by: HR Operations &amp; People Analytics Capability Lead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Target Impact: $182.5K Annual Savings | &lt;28 Days Ramp Time | 98%+ SLA Compliance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Target Audience: Executive Leadership &amp; Cross-Functional Operations Leads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8"/>
                </a:solidFill>
              </a:defRPr>
            </a:pPr>
            <a:r>
              <a:t>Executive Summary &amp; Operational Context</a:t>
            </a:r>
          </a:p>
          <a:p>
            <a:pPr>
              <a:defRPr sz="1400">
                <a:solidFill>
                  <a:srgbClr val="2B6CB0"/>
                </a:solidFill>
              </a:defRPr>
            </a:pPr>
            <a:r>
              <a:t>Eliminating Cross-Departmental Friction Across HR, IT, and Hiring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Current Challenge: Fragmented handoffs result in 42-day average time-to-productivity and 28.4% IT hardware delays.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Target Operating Model: Unified RASCI governance across 5 enterprise teams and automated SLA enforcement.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Real-Time Governance: Advanced Excel Control Tower featuring dynamic array analytics and dynamic risk flagging.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Financial Impact: $182,500 direct annual administrative savings per 500 hires.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8"/>
                </a:solidFill>
              </a:defRPr>
            </a:pPr>
            <a:r>
              <a:t>Target Operating Model &amp; Process Architecture</a:t>
            </a:r>
          </a:p>
          <a:p>
            <a:pPr>
              <a:defRPr sz="1400">
                <a:solidFill>
                  <a:srgbClr val="2B6CB0"/>
                </a:solidFill>
              </a:defRPr>
            </a:pPr>
            <a:r>
              <a:t>Three-Horizon Onboarding Lifecycle (T-14 Days to Day 90 Maturity)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Phase 1: Pre-Boarding (T-14 to T-1 Days) - ATS Offer Hook -&gt; IT Access Ticket (T-10) -&gt; Hardware Shipping (T-5).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Phase 2: First Week Activation (Days 1 - 5) - Orientation -&gt; 30-min IT Login Verification -&gt; Team Intro &amp; 30-60-90 Plan.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Phase 3: Integration &amp; Mastery (Days 30 - 90) - Structured reviews at Day 30, Day 60, and Day 90 Graduation.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8"/>
                </a:solidFill>
              </a:defRPr>
            </a:pPr>
            <a:r>
              <a:t>Governance Control Tower &amp; Analytics Infrastructure</a:t>
            </a:r>
          </a:p>
          <a:p>
            <a:pPr>
              <a:defRPr sz="1400">
                <a:solidFill>
                  <a:srgbClr val="2B6CB0"/>
                </a:solidFill>
              </a:defRPr>
            </a:pPr>
            <a:r>
              <a:t>Automated SLA Tracking, Dynamic Array Formulas, and Risk 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Dynamic Risk Engine: Dynamic array formulas (LET, NETWORKDAYS, IFS) calculate live SLA variance.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Automated Exception Flags: Highlights 'At Risk' and 'Critical SLA Breach' status prior to Day 1.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Executive Dashboard Cards: Real-time tracking of active onboardings, breach rates, average IT delay, and TTP.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8"/>
                </a:solidFill>
              </a:defRPr>
            </a:pPr>
            <a:r>
              <a:t>System Automation &amp; Power Automate Architecture</a:t>
            </a:r>
          </a:p>
          <a:p>
            <a:pPr>
              <a:defRPr sz="1400">
                <a:solidFill>
                  <a:srgbClr val="2B6CB0"/>
                </a:solidFill>
              </a:defRPr>
            </a:pPr>
            <a:r>
              <a:t>Trigger-Based Workflow Hooks and Cloud System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Trigger Event: Candidate status set to 'Offer Accepted' in ATS (Workday/Greenhouse).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Automated Action 1: Create master record in central control tower database.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Automated Action 2: Dispatch IT ServiceNow provisioning ticket and assign hardware tier.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Automated Action 3: Trigger Teams Adaptive Cards for manager 30-60-90 plan reminders and milestone evaluations.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4E78"/>
                </a:solidFill>
              </a:defRPr>
            </a:pPr>
            <a:r>
              <a:t>Business Impact, Financial ROI &amp; Implementation Plan</a:t>
            </a:r>
          </a:p>
          <a:p>
            <a:pPr>
              <a:defRPr sz="1400">
                <a:solidFill>
                  <a:srgbClr val="2B6CB0"/>
                </a:solidFill>
              </a:defRPr>
            </a:pPr>
            <a:r>
              <a:t>Measurable Value Delivery &amp; 90-Day Deployment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Quantified ROI: 33.3% reduction in time-to-productivity (42 -&gt; 28 days); $182.5K annual savings per 500 hires.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Phase 1 (Days 1–30): Pilot rollout in Engineering &amp; Operations; refine automated triggers.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Phase 2 (Days 31–60): Expand to Sales &amp; Finance; integrate manager feedback loop.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Phase 3 (Days 61–90): Full global deployment and executive dashboard publication.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