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FFFFFF"/>
                </a:solidFill>
              </a:defRPr>
            </a:pPr>
            <a:r>
              <a:t>Enterprise HR Onboarding Transformation</a:t>
            </a:r>
          </a:p>
          <a:p>
            <a:pPr>
              <a:spcAft>
                <a:spcPts val="3000"/>
              </a:spcAft>
              <a:defRPr sz="1800">
                <a:solidFill>
                  <a:srgbClr val="CBD5E1"/>
                </a:solidFill>
              </a:defRPr>
            </a:pPr>
            <a:r>
              <a:t>GitHub Repository Walkthrough: Objectives, Architecture, Problems &amp; Solutions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Author: HR Operations &amp; People Analytics Capability Lead  |  Target: Big 4 / MBB &amp; Top 5 Tech Standards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GitHub Repository Navigation Guide</a:t>
            </a:r>
          </a:p>
          <a:p>
            <a:pPr>
              <a:defRPr sz="1300">
                <a:solidFill>
                  <a:srgbClr val="2B6CB0"/>
                </a:solidFill>
              </a:defRPr>
            </a:pPr>
            <a:r>
              <a:t>How to explore and evaluate the deliverables in this repository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📄 SOP &amp; Governance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File: SOP_Onboarding_Framework.pdf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Defines end-to-end operational lifecycle.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Includes 5-team RASCI matrix (HR, IT, Facilities, Manager, Hire).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Enforces strict SLAs from T-14 to Day 90.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📊 Excel Control Tower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File: Onboarding_Master_Tracker.xlsx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Executive KPI Dashboard tab.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Dynamic array formulas (LET, FILTER, UNIQUE).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Automated SLA delay calculation &amp; visual flags.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⚙️ Automation &amp; Slides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File: Onboarding_Automation_Spec.json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Power Automate workflow architecture.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File: Executive_Presentation.pptx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C-suite strategic briefing deck.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Project Objectives &amp; The Core Operational Problem</a:t>
            </a:r>
          </a:p>
          <a:p>
            <a:pPr>
              <a:defRPr sz="1300">
                <a:solidFill>
                  <a:srgbClr val="2B6CB0"/>
                </a:solidFill>
              </a:defRPr>
            </a:pPr>
            <a:r>
              <a:t>Why enterprise onboarding fails without systematic intervention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❌ The Current State Problems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Extended Time-to-Productivity: New hires took 42 days on average to reach full output.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IT Provisioning Bottlenecks: 28.4% of hardware and equipment arrived late.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Zero Operational Visibility: Manual tracking across isolated spreadsheets led to missed 30-day reviews.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Poor Early Experience: Uncoordinated handoffs created friction before Day 1.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🎯 The Strategic Objectives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Standardize Workflow: Unify handoffs across HR Ops, IT, Facilities, and Line Managers.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Enforce Strict SLAs: Secure 48-hour hardware staging and 100% Day-1 access readiness.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Build Real-Time Control Tower: Replace static reporting with live analytics and automated alerts.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Financial Impact: Recapture $182,500 in annual administrative overhead per 500 hires.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Technical Solution Architecture</a:t>
            </a:r>
          </a:p>
          <a:p>
            <a:pPr>
              <a:defRPr sz="1300">
                <a:solidFill>
                  <a:srgbClr val="2B6CB0"/>
                </a:solidFill>
              </a:defRPr>
            </a:pPr>
            <a:r>
              <a:t>How the three core components work together seamlessly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1️⃣ Process Engineering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Established strict RASCI accountability across 5 cross-functional teams.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Built 3-horizon milestone progression (Pre-boarding, Activation, Integration).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Documented in SOP-HROPS-2026-V4.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2️⃣ Advanced Excel Engine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Built dynamic control tower with WORKDAY and NETWORKDAYS logic.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Engineered dynamic array formulas (LET, MAP, FILTER, HSTACK).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Automated visual status flags and exception triggers.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3️⃣ Cloud Automation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Designed Power Automate webhook triggers for ATS offer sign.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Automated ServiceNow IT hardware ticketing.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Dispatched Teams Adaptive Cards for manager review loops.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Quantified Business Impact &amp; ROI</a:t>
            </a:r>
          </a:p>
          <a:p>
            <a:pPr>
              <a:defRPr sz="1300">
                <a:solidFill>
                  <a:srgbClr val="2B6CB0"/>
                </a:solidFill>
              </a:defRPr>
            </a:pPr>
            <a:r>
              <a:t>Measured outcomes for executive leadership and stakeholders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⏱️ 33.3% Faster Ramp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Reduced Time-to-Productivity from 42 days down to 28 days.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Accelerated direct revenue contribution for sales and technical roles.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📦 &lt;2% IT Provisioning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Decreased hardware delivery delay rate from 28.4% to under 2%.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Eliminated Day-1 login failures and access bottlenecks.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F4E78"/>
                </a:solidFill>
              </a:defRPr>
            </a:pPr>
            <a:r>
              <a:t>💰 $182.5K Annual ROI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Recaptured administrative overhead and manager efficiency.</a:t>
            </a:r>
          </a:p>
          <a:p>
            <a:pPr>
              <a:spcAft>
                <a:spcPts val="600"/>
              </a:spcAft>
              <a:defRPr sz="1300">
                <a:solidFill>
                  <a:srgbClr val="2D3748"/>
                </a:solidFill>
              </a:defRPr>
            </a:pPr>
            <a:r>
              <a:t>• Calculated per 500 new hires across enterprise business units.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